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pt-BR" sz="1400" b="0" i="0" u="none" strike="noStrike">
                <a:solidFill>
                  <a:srgbClr val="1F4E79"/>
                </a:solidFill>
                <a:latin typeface="Arial"/>
              </a:rPr>
              <a:t>Erro das notas (MAE) por 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das notas</c:v>
                </c:pt>
              </c:strCache>
            </c:strRef>
          </c:tx>
          <c:spPr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4E79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9</c:v>
                </c:pt>
                <c:pt idx="2">
                  <c:v>15</c:v>
                </c:pt>
                <c:pt idx="3">
                  <c:v>25</c:v>
                </c:pt>
                <c:pt idx="4">
                  <c:v>41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13.29</c:v>
                </c:pt>
                <c:pt idx="1">
                  <c:v>12.76</c:v>
                </c:pt>
                <c:pt idx="2">
                  <c:v>12.48</c:v>
                </c:pt>
                <c:pt idx="3">
                  <c:v>12.35</c:v>
                </c:pt>
                <c:pt idx="4">
                  <c:v>12.28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64D-4D17-89B1-CA6FA850189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pt-BR" sz="1200" b="0" i="0" u="none" strike="noStrike">
                    <a:solidFill>
                      <a:srgbClr val="64748B"/>
                    </a:solidFill>
                    <a:latin typeface="Arial"/>
                  </a:rPr>
                  <a:t>k (vizinhos)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.6"/>
          <c:min val="11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65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2E75B6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2E75B6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1558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CE6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SISTEMAS DE APOIO À TOMADA DE DECISÃO · TRABALHO AV1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Apoio à Decisão Educacional no ENCCEJA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desempenho e risco com o algoritmo K-Nearest Neighbors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68680" y="4389120"/>
            <a:ext cx="2926080" cy="0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ENCCEJA 2024 (INEP)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Sistemas de Informação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Decidir na matrícula, sem conhecer o desempenho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aluno se matricula no cursinho, o gestor conhece apenas o perfil socioeconômico — mas precisa decidir o acompanhamento pedagógico desde o primeiro dia.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12064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73152" cy="9144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629400" y="1892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Nível de acompanhamento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suporte pedagógico oferecer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834640"/>
            <a:ext cx="512064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0" y="2834640"/>
            <a:ext cx="73152" cy="9144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29400" y="2944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Reforço intensivo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de atenção redobrada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512064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73152" cy="9144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29400" y="3995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Alocação de recursos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distribuir turmas e professores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937760"/>
            <a:ext cx="512064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00800" y="4937760"/>
            <a:ext cx="73152" cy="9144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629400" y="5047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Chances de aprovação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5394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aumentar a aprovação real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5486400" cy="224028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686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CE6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 central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apoiar decisões pedagógicas a partir do perfil socioeconômico, usando o desempenho de candidatos semelhantes do ENCCEJA?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E ABORDAGEM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ideia do K-Nearest Neighbors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candidato novo, o sistema procura no histórico do ENCCEJA os participantes mais semelhantes em perfil e usa o desempenho deles para estimar notas e risco. O foco é apoiar a decisão gerencial, não só rodar o algoritmo.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520440" y="4983480"/>
            <a:ext cx="0" cy="0"/>
          </a:xfrm>
          <a:prstGeom prst="line">
            <a:avLst/>
          </a:prstGeom>
          <a:noFill/>
          <a:ln w="254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520440" y="4983480"/>
            <a:ext cx="0" cy="822960"/>
          </a:xfrm>
          <a:prstGeom prst="line">
            <a:avLst/>
          </a:prstGeom>
          <a:noFill/>
          <a:ln w="254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520440" y="4983480"/>
            <a:ext cx="1371600" cy="0"/>
          </a:xfrm>
          <a:prstGeom prst="line">
            <a:avLst/>
          </a:prstGeom>
          <a:noFill/>
          <a:ln w="254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520440" y="4983480"/>
            <a:ext cx="1828800" cy="914400"/>
          </a:xfrm>
          <a:prstGeom prst="line">
            <a:avLst/>
          </a:prstGeom>
          <a:noFill/>
          <a:ln w="254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520440" y="4983480"/>
            <a:ext cx="1554480" cy="0"/>
          </a:xfrm>
          <a:prstGeom prst="line">
            <a:avLst/>
          </a:prstGeom>
          <a:noFill/>
          <a:ln w="254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280160" y="3291840"/>
            <a:ext cx="566928" cy="566928"/>
          </a:xfrm>
          <a:prstGeom prst="ellipse">
            <a:avLst/>
          </a:prstGeom>
          <a:solidFill>
            <a:srgbClr val="1E8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737360" y="5394960"/>
            <a:ext cx="566928" cy="566928"/>
          </a:xfrm>
          <a:prstGeom prst="ellipse">
            <a:avLst/>
          </a:prstGeom>
          <a:solidFill>
            <a:srgbClr val="1E8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480560" y="3383280"/>
            <a:ext cx="566928" cy="566928"/>
          </a:xfrm>
          <a:prstGeom prst="ellipse">
            <a:avLst/>
          </a:prstGeom>
          <a:solidFill>
            <a:srgbClr val="E8A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937760" y="5486400"/>
            <a:ext cx="566928" cy="566928"/>
          </a:xfrm>
          <a:prstGeom prst="ellipse">
            <a:avLst/>
          </a:prstGeom>
          <a:solidFill>
            <a:srgbClr val="1E8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663440" y="457200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108960" y="4572000"/>
            <a:ext cx="822960" cy="822960"/>
          </a:xfrm>
          <a:prstGeom prst="ellipse">
            <a:avLst/>
          </a:prstGeom>
          <a:solidFill>
            <a:srgbClr val="1F4E79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108960" y="46268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6032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novo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vizinhos mais próximos (k)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971800"/>
            <a:ext cx="594360" cy="5943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766560" y="300837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43800" y="2953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Mede a semelhança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4380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sobre o perfil normalizado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3931920"/>
            <a:ext cx="594360" cy="5943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766560" y="39684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4380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Seleciona os k vizinhos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43800" y="4279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participantes mais parecidos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4892040"/>
            <a:ext cx="594360" cy="5943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766560" y="49286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54380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o desempenho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543800" y="5239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nota esperada e risco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Microdados do ENCCEJA 2024 (INEP)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835 mil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no arquivo nacional regular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69748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133 mil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após higienização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69748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no arquivo original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828800"/>
            <a:ext cx="269748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0" y="20116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32688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perfil usados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perfil (entrada): 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· faixa etária · sexo · UF · trabalho · renda familiar · escolaridade anterior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(saída prevista): 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LC, CH, MT e CN (0–180), redação (0–10) e indicadores de aprovação por área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0972800" cy="868680"/>
          </a:xfrm>
          <a:prstGeom prst="rect">
            <a:avLst/>
          </a:prstGeom>
          <a:solidFill>
            <a:srgbClr val="DCE6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68680" y="5193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técnico: CSV com separador ';' e codificação latin-1; perfil e desempenho convivem no mesmo arquivo, junto do questionário socioeconômico (Q01–Q75).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PREPARAÇÃO DOS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Higienização e normalização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" cy="731520"/>
          </a:xfrm>
          <a:prstGeom prst="ellipse">
            <a:avLst/>
          </a:prstGeom>
          <a:solidFill>
            <a:srgbClr val="2E75B6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Higienização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Mantidos só os presentes nas 4 provas (quem faltou não tem nota)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Descartadas notas inválidas e perfis incompletos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recodificado para Sim/Não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e escolaridade viram escalas ordinais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sei" da renda imputado pela mediana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731520" cy="731520"/>
          </a:xfrm>
          <a:prstGeom prst="ellipse">
            <a:avLst/>
          </a:prstGeom>
          <a:solidFill>
            <a:srgbClr val="1F4E79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195864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94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Normalização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92240" y="2514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ordinais reescaladas para [0, 1]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Binárias (sexo, trabalho) já em 0/1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em one-hot ponderado (não domina a distância)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é filtro: Médio só compara com Médio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92240" y="5074920"/>
            <a:ext cx="5074920" cy="86868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6675120" y="513892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normalizar? O K-NN usa distância — sem escala comum, a variável de maior amplitude dominaria o cálculo.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ALGORITMO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K-NN em três passos, duas saídas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rgbClr val="2E75B6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3736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Vetor do candidato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vira o mesmo vetor normalizado da base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61688" y="18288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636008" y="2103120"/>
            <a:ext cx="685800" cy="685800"/>
          </a:xfrm>
          <a:prstGeom prst="ellipse">
            <a:avLst/>
          </a:prstGeom>
          <a:solidFill>
            <a:srgbClr val="2E75B6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677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58968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Distância euclidiana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36008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 distância a todos os participantes do mesmo nível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83296" y="18288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8357616" y="2103120"/>
            <a:ext cx="685800" cy="685800"/>
          </a:xfrm>
          <a:prstGeom prst="ellipse">
            <a:avLst/>
          </a:prstGeom>
          <a:solidFill>
            <a:srgbClr val="2E75B6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26771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0576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180576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mais próximos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57616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os vizinhos de menor distância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0080" y="4114800"/>
            <a:ext cx="5440680" cy="178308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86868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 esperada  ·  regressão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6868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das notas dos k vizinhos em cada área (LC, CH, MT, CN e redação).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172200" y="4114800"/>
            <a:ext cx="5440680" cy="1783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de reprovação  ·  classificação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40080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de vizinhos aprovados por área → risco BAIXO, MÉDIO ou ALTO.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DEMONSTRAÇÃO NA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entrada do gestor ao resultado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7040880" cy="2286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esperada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Aprov. vizinhos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Linguagens e Códigos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Ciências Humanas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Matemática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Ciências da Natureza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mulher, 31–35 anos, CE, trabalha, Ensino Médio.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955280" y="1874520"/>
            <a:ext cx="3611880" cy="1097280"/>
          </a:xfrm>
          <a:prstGeom prst="rect">
            <a:avLst/>
          </a:prstGeom>
          <a:solidFill>
            <a:srgbClr val="1E8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955280" y="2011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BAIXO</a:t>
            </a:r>
            <a:endParaRPr lang="en-US" sz="2200" dirty="0"/>
          </a:p>
        </p:txBody>
      </p:sp>
      <p:sp>
        <p:nvSpPr>
          <p:cNvPr id="4" name="Text 5"/>
          <p:cNvSpPr/>
          <p:nvPr/>
        </p:nvSpPr>
        <p:spPr>
          <a:xfrm>
            <a:off x="795528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esperada ~3,5 / 4 áreas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0" y="3154680"/>
            <a:ext cx="361188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138160" y="3273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Recomendação ao gestor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38160" y="3611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maior atenção: Matemática (73%)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ritmo e monitorar pontos frágeis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5120640"/>
            <a:ext cx="10927080" cy="822960"/>
          </a:xfrm>
          <a:prstGeom prst="rect">
            <a:avLst/>
          </a:prstGeom>
          <a:solidFill>
            <a:srgbClr val="DCE6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8680" y="523036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gravação: abrir o app, preencher um perfil de ALTO risco e outro de BAIXO risco, e mostrar as recomendações mudando.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modelo acerta — e por quê isso importa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15 escolhido (erro estabiliza)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040880" y="1828800"/>
            <a:ext cx="4526280" cy="16002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040880" y="19659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~87%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040880" y="2788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 na previsão de aprovação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40880" y="3611880"/>
            <a:ext cx="219456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04088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±12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178040" y="4434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erro médio (escala 0–180)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372600" y="3611880"/>
            <a:ext cx="219456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937260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9509760" y="44348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nota usados — só perfil socioeconômico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40880" y="5486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Achado-chave: só o perfil socioeconômico já antecipa a aprovação com ~87% de acerto.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DADO À DECISÃO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gestor ganha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2E75B6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Triagem na matrícula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651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cada aluno em risco baixo, médio ou alto antes da 1ª aula.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949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777240" cy="777240"/>
          </a:xfrm>
          <a:prstGeom prst="ellipse">
            <a:avLst/>
          </a:prstGeom>
          <a:solidFill>
            <a:srgbClr val="1F4E79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23353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Reforço direcionado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a disciplina mais crítica e onde investir horas de reforço.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3949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2E75B6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8" y="43470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Alocação eficiente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4663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distribuir turmas, professores e acompanhamento individual.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3949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4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1F4E79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058" y="43470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Decisão baseada em evidência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406640" y="4663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"achismo" pelo histórico de candidatos semelhantes.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2E75B6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CE6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RESUMO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SAD que transforma os microdados do ENCCEJA em apoio à decisão pedagógica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K-NN estima nota e risco a partir do perfil socioeconômico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~87% de acerto na aprovação usando só o perfil — o sinal está no dado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automáticas direcionam reforço e acompanhamento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E8A100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7713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6177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a base traz só quem concluiu o exame (viés de aprovação) e o perfil explica parte, não tudo, do desempenho.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870</Words>
  <Application>Microsoft Office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 ENCCEJA — K-NN</dc:title>
  <dc:subject>PptxGenJS Presentation</dc:subject>
  <dc:creator>Manoelito</dc:creator>
  <cp:lastModifiedBy>Manoelito Holanda Castelo Matos</cp:lastModifiedBy>
  <cp:revision>4</cp:revision>
  <dcterms:created xsi:type="dcterms:W3CDTF">2026-05-31T18:03:06Z</dcterms:created>
  <dcterms:modified xsi:type="dcterms:W3CDTF">2026-06-02T01:44:05Z</dcterms:modified>
</cp:coreProperties>
</file>